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1. Executive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475569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Presenter: Bharat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08176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Role context: Senior Engineering Manager, Agent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Audience: Peer Engineering Managers, Architects, VP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66543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727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Customers need a reliable, actionable view of agent operational health across millions of endpoints. Today, health signals are fragmented, noisy, and partially dependent on legacy heartbeat logic that is already creating customer escalations.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34056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Product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39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Build Singularity Health Center as a real-time operational intelligence platform for endpoint health.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401568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Success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3075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Detect high-impact health anomalies within 5 minutes.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Serve dashboard APIs at less than 200 ms p95 for common tenant queries.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0740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Reduce false "Offline" escalations by 50 percent within two quarters.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4573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Provide replay and backfill for missed events.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84064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Establish reusable alerting and coalescing capabilities for future agent-platform use cases.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42239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Leadership 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5157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This is not only a feature delivery. It is a platform modernization effort that must land while we protect customers from current operational pain.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465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SentinelOne Agent Platform | Singularity Health Center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2. Requirements And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475569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MVP Functional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0817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Detect agent offline/connectivity loss, agent disabled, anti-tamper disabled, and low disk/resource risk.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46504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Coalesce repeated events into actionable alerts.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8483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Provide tenant-scoped dashboard, alert list, drill-down, and APIs.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Support alert lifecycle: open, acknowledged, resolved, suppressed.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6148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Run on allowlisted tenants before broad rollout.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99816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Non-Functional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Billions of events per day, millions of agents.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6732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Multi-tenant isolation and fair usage controls.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056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Less than 5 minute detection freshness.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43984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Less than 200 ms p95 API latency for dashboard read paths.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8231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At-least-once event delivery with idempotent processing.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206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Replay, backfill, and auditable alert decisions.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458968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Key Assumptions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8815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Central Ingestion Gateway remains the long-term telemetry entry point.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2648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Health Center owns event processing, alert state, APIs, and UI.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465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SentinelOne Agent Platform | Singularity Health Center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3. 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475569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7899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9304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9961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Central Ingestion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Durable Event Bus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Kafka / PubSub / Kinesis-equivalent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40864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511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Stream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61488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Flink / Kafka Streams-equivalent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8211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Rules + Coalescing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92424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|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0273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Operational Alert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13048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DynamoDB / Cassandra / Bigtable-equivalent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2336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|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3367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Read Model + Search 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43984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OpenSearch / Elasticsearch-equivalent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5429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|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64608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Health Center APIs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7492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|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8523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SentinelOne Console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495544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Design Principle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82472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Separate the write-heavy real-time path from the read-optimized dashboard path. This protects ingestion and detection from UI query patterns while keeping the console fast.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163056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Reusable Platform Capabilities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465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SentinelOne Agent Platform | Singularity Health Center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4. Event Processing And Alert Coalescing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475569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Recommended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0817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Use stream processing for real-time anomaly detection and alert coalescing.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46504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The 5 minute freshness requirement is explicit.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1401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Raw event volume makes database-first aggregation expensive and operationally risky.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52344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Stream-time windows naturally model examples such as "50 anti-tamper disabled events from the same agent in 10 minutes."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9067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Durable event logs allow replay when rules change or processors fail.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429000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Coalescing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58184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Partition by tenant and agent ID.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9651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Maintain keyed state for active anomaly windows.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Emit alert transitions rather than every raw event.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7316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Store raw event references for audit/debugging, not for every UI query.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111496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This adds platform complexity, but it moves complexity into a purpose-built layer where latency, scale, and replay are controllable.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465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SentinelOne Agent Platform | Singularity Health Center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5. Storage And API Read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475569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Storage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0817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Durable event bus: short to medium retention, replay, and consumer decoupling.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46504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Operational alert store: current alert state, lifecycle, idempotency, tenant/agent keys.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8483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Search/read model: low-latency filtering, aggregation, and dashboard queries.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Data lake: long-term retention, analytics, audits, model/rule tuning.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61488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API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9067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Read from precomputed health views, not raw telemetry.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Cache tenant-level dashboard summaries with freshness metadata.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6732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Use cursor pagination for alert lists.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056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Bound query shapes to protect p95 latency.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43984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Degrade gracefully if search lags by serving current alert state with an explicit freshness indicator.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78231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Latency 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1149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API gateway/auth: 20-40 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9824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Service orchestration: 40-60 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8815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Read store/search: 70-90 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2648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Serialization/network buffer: 20-30 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465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SentinelOne Agent Platform | Singularity Health Center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6. Reliability And Sev-1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475569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Health Center SLOs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0817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Event processing freshness: 99 percent of events processed within 5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46504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Dashboard API latency: less than 200 ms p95 for standard queries.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8483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Alert delivery correctness: no silent processing gaps longer than 5 minutes.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Data loss objective: no acknowledged event loss after ingestion into durable bus.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61488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Detection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9067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End-to-end synthetic health events per tenant cohort.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Ingestion rate, processing lag, dropped-event, and alert freshness monitors.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6732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Stage-by-stage dashboards: gateway, event bus, processors, stores, APIs.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056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Canary processors and feature-flagged rollouts.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443984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Sev-1: Silent Processing Stop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7316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1. Declare incident, assign incident commander, customer/comms lead, and technical leads.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1149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2. Determine blast radius by tenant, region, and pipeline stage.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9824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3. Compare gateway ingress, event-bus offsets, processor lag, and store writes.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8815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4. Mitigate by failing over consumers, disabling bad rules, or pausing rollout.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126480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5. Replay from durable event log and backfill missed alerts.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465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SentinelOne Agent Platform | Singularity Health Center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7. Roadmap: MVP To 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475569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Quarter 1: Foundations And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0817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Define telemetry contracts and schema ownership with Ingestion Gateway.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46504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Build ingestion adapter, stream processor skeleton, alert store, and basic APIs.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8483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Implement top four anomaly types and basic coalescing.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Build initial dashboard and tenant allowlist rollout.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6148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Add SLO dashboards, synthetic events, and runbooks from day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99816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Quarter 2: GA Readiness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Harden scale, replay, idempotency, and backfill.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6732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Add alert lifecycle, suppression, richer drill-down, and search filters.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056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Shadow-compare Health Center offline status against legacy heartbeat service.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43984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Run load tests, chaos drills, and phased production expansion.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78231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Quarter 3: Platformization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1149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Migrate selected offline source-of-truth decisions from legacy heartbeat.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9824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Expand rule catalog and reusable coalescing framework.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8815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Add historical trends, reporting, and notification integrations.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2648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Formalize platform APIs for other SentinelOne health use cases.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465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SentinelOne Agent Platform | Singularity Health Center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8. Dependency Delay: Ingestion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475569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0817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The core Ingestion Gateway team is delayed by two months and cannot route new health telemetry on the original timeline.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46504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Do not idle the team.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1401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Freeze an explicit telemetry contract and build an adapter boundary.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52344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Generate synthetic and replayed telemetry streams to unblock processors, APIs, UI, and QA.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9067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Use existing heartbeat/agent metadata streams for a reduced MVP where possible.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Negotiate a thin gateway integration first: route minimal high-value signals before the full contract.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6732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Move GA dates only for dependency-bound scope, not for all downstream development.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105656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Leadership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The plan absorbs dependency risk by decoupling interfaces, validating downstream systems early, and preserving customer-visible progress.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465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SentinelOne Agent Platform | Singularity Health Center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9. Operational Drain: Legacy Offline Escalations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475569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0817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Support escalations rose 40 percent because agents are incorrectly showing as "Offline" in the console. The status logic depends on a legacy heartbeat service the team still owns.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46504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Treat this as customer trust risk, not background maintenance.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1401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Create a short-lived stabilization lane with 2 engineers plus QA support.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52344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Keep 6 engineers focused on Health Center MVP, with one tech lead coordinating interfaces and risk.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9067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Add targeted instrumentation, identify false-offline causes, and ship a narrow patch.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Use findings to improve Health Center offline semantics and migration tests.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767328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Allocation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9651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Legacy stabilization: 2 engineers.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Health Center build: 6 engineers.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7316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QA/release validation: 1 engineer.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1149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Tech lead/SEM coordination: 1 engineer.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449824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7900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Escalate allocation only if the legacy issue creates active Sev-1/Sev-2 customer impact across major tenants.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465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SentinelOne Agent Platform | Singularity Health Center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10. Leadership, Risks, And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475569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Alert Coalescing Conflict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0817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Establish decision criteria: freshness, scale, cost, operability, delivery risk.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46504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Run a one-week design spike with realistic load and failure scenarios.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8483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Make the decision using evidence, not seniority or preference.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Commit as one team, document trade-offs, and revisit only if assumptions change materially.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61488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Major Risks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9067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Gateway dependency slips.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Stream processing complexity impacts delivery.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6732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Legacy escalations consume roadmap capacity.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056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Dashboard query patterns threaten API latency.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43984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Tenant-specific noise creates alert fatigue.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78231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</a:rPr>
              <a:t>Mitigations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1149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Adapter contracts, synthetic streams, and phased integration.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9824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Start with narrow rules and reusable framework, not a generic rule engine.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8815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Dedicated stabilization lane with explicit exit criteria.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2648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475569"/>
                </a:solidFill>
              </a:rPr>
              <a:t>• Precomputed read models and bounded queries.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465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SentinelOne Agent Platform | Singularity Health Center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